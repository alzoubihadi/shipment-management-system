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البيانات التاريخية إلى نظام يعتمد على البيانات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Management System — محرك التسعير الذكي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41080" y="137160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EDEFF3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0" y="1572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— البيانات القديمة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ALBATRANS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0" y="23774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تشغيل فعلية لمدة 7 أشهر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فواتير وسجلات مبيعات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مسارات وأنواع شاحنات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أسعار نقل ورسوم إضافية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غير منظمة وأوصاف نصية حرة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72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— كيف استفدنا منها الآن؟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التسعير الحالي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توحيد أسماء المناطق والمسارات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الرحلات بـ Origin + Destination + Truck Type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تاريخ سعري لكل مسار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Median + P25/P75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مستوى الثقة حسب حجم البيانات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تأسيس محرك التسعير الحالي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137160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1572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— كيف سنستفيد منها مستقبلًا؟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Pricing &amp; Matching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3774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دمج التاريخ السابق مع بيانات التشغيل الجديدة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تعلم سلوك الأسعار حسب المسار والشاحنة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توقع السعر المناسب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القبول والرفض وزمن الاستجابة</a:t>
            </a:r>
            <a:endParaRPr lang="en-US" sz="1250" dirty="0"/>
          </a:p>
          <a:p>
            <a:pPr algn="r"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AI Pricing &amp; Matching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7845552" y="1874520"/>
            <a:ext cx="402336" cy="402336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23317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وتوحيد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rot="10800000">
            <a:off x="3913632" y="1874520"/>
            <a:ext cx="402336" cy="402336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3317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يجمع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جديدة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81048" y="5184648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8EC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2216" y="5445252"/>
            <a:ext cx="347472" cy="347472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2" name="Text 20"/>
          <p:cNvSpPr/>
          <p:nvPr/>
        </p:nvSpPr>
        <p:spPr>
          <a:xfrm>
            <a:off x="2182216" y="5445252"/>
            <a:ext cx="34747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66848" y="5239512"/>
            <a:ext cx="7315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حقيقي من قاعدة البيانات:  </a:t>
            </a:r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KIZAD ← AL AIN (شاحنة عامة) — 86 رحلة تاريخية / 187 وحدة شاحنة  |  الوسيط: 1,900 درهم  |  النطاق النموذجي P25–P75: 1,400–1,900 درهم  |  مستوى الثقة: مرتفع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163056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مطابق لطريقة تجهيز البيانات الفعلية: تم توحيد الاختصارات والأسماء إلى مناطق تشغيلية معتمدة، ثم أصبح المسار معرَّفًا بمنطقة المنشأ + منطقة الوجهة + نوع الشاحنة. (2,133 سطر رحلة تاريخي على مدى 7 أشهر ← 860 مسار تسعير دقيق و164 منطقة تشغيلية موحدة، بقيمة إجمالية تقارب 9.98 مليون درهم)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2026-08-22T20:02:15Z</dcterms:created>
  <dcterms:modified xsi:type="dcterms:W3CDTF">2026-08-22T20:02:15Z</dcterms:modified>
</cp:coreProperties>
</file>